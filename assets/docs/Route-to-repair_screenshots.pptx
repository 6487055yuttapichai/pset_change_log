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855" y="1610995"/>
            <a:ext cx="2880360" cy="25266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995" y="1473200"/>
            <a:ext cx="5846445" cy="2801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05" y="601345"/>
            <a:ext cx="10675620" cy="5434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245745"/>
            <a:ext cx="10243185" cy="61512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SimSun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jason</cp:lastModifiedBy>
  <cp:revision>7</cp:revision>
  <dcterms:created xsi:type="dcterms:W3CDTF">2025-09-17T13:52:36Z</dcterms:created>
  <dcterms:modified xsi:type="dcterms:W3CDTF">2025-09-17T13:52:36Z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</Properties>
</file>