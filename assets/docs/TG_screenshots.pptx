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8" r:id="rId3"/>
    <p:sldId id="256" r:id="rId4"/>
    <p:sldId id="257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410" y="1221740"/>
            <a:ext cx="10964545" cy="493077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106420" y="624840"/>
            <a:ext cx="5085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https://navigation-panel.hmma-ga.catalystsi.app/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675" y="805815"/>
            <a:ext cx="10280650" cy="46107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" y="1078230"/>
            <a:ext cx="10480040" cy="47009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WPS Presentation</Application>
  <PresentationFormat>宽屏</PresentationFormat>
  <Paragraphs>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Arial Black</vt:lpstr>
      <vt:lpstr>Microsoft YaHei</vt:lpstr>
      <vt:lpstr>Droid Sans Fallback</vt:lpstr>
      <vt:lpstr>Arial Unicode MS</vt:lpstr>
      <vt:lpstr>SimSun</vt:lpstr>
      <vt:lpstr>SimSun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jason</cp:lastModifiedBy>
  <cp:revision>7</cp:revision>
  <dcterms:created xsi:type="dcterms:W3CDTF">2025-09-17T13:59:44Z</dcterms:created>
  <dcterms:modified xsi:type="dcterms:W3CDTF">2025-09-17T13:59:44Z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1033-11.1.0.11664</vt:lpwstr>
  </property>
  <property fmtid="{D5CDD505-2E9C-101B-9397-08002B2CF9AE}" pid="3" name="ICV">
    <vt:lpwstr/>
  </property>
</Properties>
</file>